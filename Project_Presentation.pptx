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75" d="100"/>
          <a:sy n="75" d="100"/>
        </p:scale>
        <p:origin x="208" y="-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B71D-42F4-7571-1EF4-E81A07001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7E2ED-1F16-1EF4-3FFA-8DADE78D1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3A2A2-1717-08AA-17B5-8892FC5A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3B17B-0CA3-894E-45B8-9C9577CA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30FFD-7FAA-0A31-BD13-FEC93353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3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DBD71-156B-62B6-195E-D4114F0D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EB9F-434D-E411-4A21-C0C4A3B86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8C91C-1984-9ABD-910A-E3693D1B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32E90-8EEF-FD9E-38A3-D7C0D18B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25D5B-E869-0E1F-213D-B0B29B9B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4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88D6-D6E5-7E9D-7B10-A9E4DBB6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423AB-F68F-C230-9417-2E626EC44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6FBC3-C906-A77C-857C-3A7EED9E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B3131-58F6-E187-25F2-B8839C9FB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A5D28-8113-0BCF-BE8E-088475D0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9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1E9B-0F89-4A74-519F-0D9F5EE9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F0436-6005-5CF4-7FD4-E02724ECB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CAEB1-5A2C-4C24-AE10-D89B92858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F579B-EEAC-4D85-9A43-F52CD673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9ECC7-2A20-CDBF-7F7A-2CFB59C3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0EBF7-0CBD-4303-C25E-11275F57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5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6252-A421-83A1-EDD0-131F5838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493BE-6933-C780-9A04-FFC099EBB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D1718-A694-A9A7-0418-FF6D99FBA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9467E-6B52-A95C-3E53-C5181F820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79365-9432-BDFA-83F2-155DAB3A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88B2A5-F396-67E7-BE89-E73D9AD1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F104D-5639-F5C0-C201-4605B268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8EC17-BA13-73C5-6D33-39C81981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5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F7E6-93A8-449E-AD72-6BEEAEC7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320C4-F0E9-A04E-69B1-6463C2A03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FFB94-12ED-E451-D47E-D9E8958B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00A42-8907-0CA9-CA30-D49051B5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3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04DE8-DE0A-7A75-A784-F59CF4FD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4C7FA-8530-1F9B-3597-B4EC803CF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0B260-CF88-3A4D-3F37-C5C65B1C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26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F71F-EA2D-4394-CD02-FE019227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7830-A3E9-0C73-75F5-C1349CCE7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B22AE-D1E5-0064-218E-B452072AA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72A6D-A86C-5EA0-059C-9AD5383E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064B0-6F1E-72AB-2A5D-B5F4641D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1CB3F-E3BE-87A9-EB40-44C0E957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8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D627-2E09-6B9B-1C1F-0D4A25D8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1343F-3B04-A33C-B463-E02C29D98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C61D3-8302-99E3-FC04-A9206AF84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2A02A-A3CF-84AE-FD11-5EC934F4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88D74-4DA8-A317-DF53-C3E70E0C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6C3CC-04AD-17DF-394D-CBB2398B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5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7117-19DF-1802-C248-FB629020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E08C5-B582-2C0C-41DF-5ADF7B5FB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A4F37-18D2-EBA7-785C-BEA91B2A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3255-8848-26C8-B33F-E4A285ED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87C22-EEAC-28BD-432A-AEF6F32F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6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07FDC-5906-031E-5D59-B90DF235C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CBA09-1F6D-0460-74E0-A6E3062B7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34BA2-3DF9-DDBA-017E-08A1A4AD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C39D0-AE67-3994-D7EF-378B1547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70961-36FB-900B-A9F0-846B6DD0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913250-4ECE-B157-E2A1-B916728D8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E3B75-F154-F437-5859-0ED3E2398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6F90D-13C6-E8BC-C889-20ECF2502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43D68-D1F5-493B-813C-A86FBDC420B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B3D9D-DD2A-2EBC-A84C-36A3F24FD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89795-DE72-CBE7-F8D3-BCC43D264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790B8-317E-4E71-8313-924F951AE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1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AB333C-1BD8-9264-0F7C-D9AD44C6F5F6}"/>
              </a:ext>
            </a:extLst>
          </p:cNvPr>
          <p:cNvSpPr txBox="1"/>
          <p:nvPr/>
        </p:nvSpPr>
        <p:spPr>
          <a:xfrm>
            <a:off x="3278730" y="2844225"/>
            <a:ext cx="5787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Matching Engine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6A721-7A0A-1DB4-53F1-27BAF739C374}"/>
              </a:ext>
            </a:extLst>
          </p:cNvPr>
          <p:cNvSpPr txBox="1"/>
          <p:nvPr/>
        </p:nvSpPr>
        <p:spPr>
          <a:xfrm>
            <a:off x="548640" y="484632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Rabia Syed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BSCS-24103</a:t>
            </a:r>
          </a:p>
        </p:txBody>
      </p:sp>
    </p:spTree>
    <p:extLst>
      <p:ext uri="{BB962C8B-B14F-4D97-AF65-F5344CB8AC3E}">
        <p14:creationId xmlns:p14="http://schemas.microsoft.com/office/powerpoint/2010/main" val="272238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F78F-6FCE-1130-72E6-10F33EFA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5B406-A878-A5E8-EED9-B4A32BFDE054}"/>
              </a:ext>
            </a:extLst>
          </p:cNvPr>
          <p:cNvSpPr txBox="1"/>
          <p:nvPr/>
        </p:nvSpPr>
        <p:spPr>
          <a:xfrm>
            <a:off x="380082" y="923985"/>
            <a:ext cx="2101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ECA56-15FA-6AE0-B560-A8176FCA38F0}"/>
              </a:ext>
            </a:extLst>
          </p:cNvPr>
          <p:cNvSpPr txBox="1"/>
          <p:nvPr/>
        </p:nvSpPr>
        <p:spPr>
          <a:xfrm>
            <a:off x="380082" y="1947672"/>
            <a:ext cx="260680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(Create Users)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Portfolio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Order 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Trade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01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C47B-C710-5563-346C-5C466FF7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3B18BE-728A-020E-0174-3F6C248CC1B3}"/>
              </a:ext>
            </a:extLst>
          </p:cNvPr>
          <p:cNvSpPr txBox="1"/>
          <p:nvPr/>
        </p:nvSpPr>
        <p:spPr>
          <a:xfrm>
            <a:off x="493776" y="603504"/>
            <a:ext cx="511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I am Using And Why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4EA4C-6814-4F25-8BCA-A0093F219EBA}"/>
              </a:ext>
            </a:extLst>
          </p:cNvPr>
          <p:cNvSpPr txBox="1"/>
          <p:nvPr/>
        </p:nvSpPr>
        <p:spPr>
          <a:xfrm>
            <a:off x="493776" y="1755648"/>
            <a:ext cx="576952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Map – For Quick Lookup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OrderBook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maintiain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Book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 Tree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Tree     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OrderQueue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If there are multiple orders  of same prices</a:t>
            </a:r>
          </a:p>
        </p:txBody>
      </p:sp>
    </p:spTree>
    <p:extLst>
      <p:ext uri="{BB962C8B-B14F-4D97-AF65-F5344CB8AC3E}">
        <p14:creationId xmlns:p14="http://schemas.microsoft.com/office/powerpoint/2010/main" val="156449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A7D98-43CD-8A13-2EAE-5613482C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33830B-083A-5860-096C-5C780FED381A}"/>
              </a:ext>
            </a:extLst>
          </p:cNvPr>
          <p:cNvSpPr txBox="1"/>
          <p:nvPr/>
        </p:nvSpPr>
        <p:spPr>
          <a:xfrm>
            <a:off x="242351" y="3788754"/>
            <a:ext cx="3672800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Left to Implement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BFD3D5-ABAB-19C9-5F6C-0DFEFE3DF762}"/>
              </a:ext>
            </a:extLst>
          </p:cNvPr>
          <p:cNvSpPr txBox="1"/>
          <p:nvPr/>
        </p:nvSpPr>
        <p:spPr>
          <a:xfrm>
            <a:off x="400981" y="4503251"/>
            <a:ext cx="59474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Socket Programming To connect Backend and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08916-505D-CEC4-F4AA-BEEDA01909F5}"/>
              </a:ext>
            </a:extLst>
          </p:cNvPr>
          <p:cNvSpPr txBox="1"/>
          <p:nvPr/>
        </p:nvSpPr>
        <p:spPr>
          <a:xfrm>
            <a:off x="242351" y="579210"/>
            <a:ext cx="4786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7C5DC-8396-EF7E-74D4-3F883FB8A8ED}"/>
              </a:ext>
            </a:extLst>
          </p:cNvPr>
          <p:cNvSpPr txBox="1"/>
          <p:nvPr/>
        </p:nvSpPr>
        <p:spPr>
          <a:xfrm>
            <a:off x="608884" y="1481328"/>
            <a:ext cx="8553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the functionalities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user, portfolio , automatic trade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 Issue in Cancel order.</a:t>
            </a:r>
          </a:p>
        </p:txBody>
      </p:sp>
    </p:spTree>
    <p:extLst>
      <p:ext uri="{BB962C8B-B14F-4D97-AF65-F5344CB8AC3E}">
        <p14:creationId xmlns:p14="http://schemas.microsoft.com/office/powerpoint/2010/main" val="58091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09DDC-4050-CBDB-A801-D264B2F5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47EBD6-2C66-9BC2-5FA9-954A14539B1A}"/>
              </a:ext>
            </a:extLst>
          </p:cNvPr>
          <p:cNvSpPr txBox="1"/>
          <p:nvPr/>
        </p:nvSpPr>
        <p:spPr>
          <a:xfrm>
            <a:off x="548640" y="484632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FFE2A0B-7550-0CF9-9C22-9B4EBC7E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7900"/>
            <a:ext cx="9204443" cy="465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85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0FA8-70CF-58E5-F12E-2C54FDA9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A1372-CE8D-4BD8-6173-76A22B9A084D}"/>
              </a:ext>
            </a:extLst>
          </p:cNvPr>
          <p:cNvSpPr txBox="1"/>
          <p:nvPr/>
        </p:nvSpPr>
        <p:spPr>
          <a:xfrm>
            <a:off x="548640" y="484632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19A5EDD-625A-88FC-FE4A-79618694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479"/>
            <a:ext cx="6211167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5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A2BE-A17A-C086-E276-DE2543859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1C2A48-931B-5D10-7F64-811901AE8ADF}"/>
              </a:ext>
            </a:extLst>
          </p:cNvPr>
          <p:cNvSpPr txBox="1"/>
          <p:nvPr/>
        </p:nvSpPr>
        <p:spPr>
          <a:xfrm>
            <a:off x="548640" y="484632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A94B89-E84E-87C5-2BBD-5A480BDB6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29" y="1289304"/>
            <a:ext cx="9884779" cy="527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38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103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Muhammad</dc:creator>
  <cp:lastModifiedBy>Syed Muhammad</cp:lastModifiedBy>
  <cp:revision>2</cp:revision>
  <dcterms:created xsi:type="dcterms:W3CDTF">2025-12-09T03:07:31Z</dcterms:created>
  <dcterms:modified xsi:type="dcterms:W3CDTF">2025-12-09T13:19:52Z</dcterms:modified>
</cp:coreProperties>
</file>